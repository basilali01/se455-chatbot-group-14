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469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37744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SE455 — GENERATIVE AI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IoT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Narrator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D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+ GPT-4V + TTS — Real-Time Audio Scene Understanding for Visually Impaired 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Tariq Dabbagh  ·  Abdulrahman Mahmalji  ·  Abdullah Damati  ·  Basil Ali  ·  Abdulaziz Albaz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Nidal Nasser  |  AlFaisal University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606040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43M+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blindness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0" y="1005840"/>
            <a:ext cx="2606040" cy="1417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051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295M+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moderate–severe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impairment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06040" cy="1417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0" y="105156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035040" y="16916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BLV individuals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falls annually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Are Not Enough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canes, screen readers, and OCR apps each address isolated needs — no unified real-time scene understanding exists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detectors (YOLO) give only object labels — no context, no natural language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VLMs (GPT-4V) give rich descriptions but are slow and hallucinate without spatial grounding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system combines both in a real-time assistive pipeline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28600" y="1005840"/>
            <a:ext cx="1691640" cy="1325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1051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1481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video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38528" y="1664208"/>
            <a:ext cx="37490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103120" y="1005840"/>
            <a:ext cx="1691640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03120" y="1051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03120" y="1481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13048" y="1664208"/>
            <a:ext cx="37490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7640" y="1005840"/>
            <a:ext cx="1691640" cy="132588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1051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481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narration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seconds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87568" y="1664208"/>
            <a:ext cx="37490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852160" y="1005840"/>
            <a:ext cx="1691640" cy="1325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1051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1481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voice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offline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62088" y="1664208"/>
            <a:ext cx="374904" cy="0"/>
          </a:xfrm>
          <a:prstGeom prst="line">
            <a:avLst/>
          </a:prstGeom>
          <a:noFill/>
          <a:ln w="317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26680" y="1005840"/>
            <a:ext cx="169164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26680" y="105156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26680" y="1481328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scene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514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4320" y="292608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926080"/>
            <a:ext cx="20848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Frequency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33756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runs every frame (~30 FPS). GPT-4V runs every 5s to balance cost and responsiveness.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87168" y="292608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487168" y="2926080"/>
            <a:ext cx="20848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578608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Grounds the VLM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78608" y="333756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 summary is injected into the GPT-4V prompt — reduces hallucination.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0016" y="292608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00016" y="2926080"/>
            <a:ext cx="20848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91456" y="333756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 API key using mock narration. pyttsx3 used when OpenAI TTS unavailable.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12864" y="2926080"/>
            <a:ext cx="208483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12864" y="2926080"/>
            <a:ext cx="2084832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04304" y="29535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Threading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04304" y="3337560"/>
            <a:ext cx="1920240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Narration and TTS run on daemon threads — camera and YOLO never blocked.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Models, Frameworks &amp; Techniques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987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YOLOv8-nano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2893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166420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CNN — detects objects in one forward pass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Anchor-free detection head, feature pyramid network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87121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~30 FPS on CPU — no GPU required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474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 0.40 | 80 COCO classes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407822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fed as structured text into GPT-4V prompt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960120"/>
            <a:ext cx="2834640" cy="5943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987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GPT-4V (gpt-4o)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55848" y="12893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Scene Narration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55848" y="166420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LLM — processes image + text simultaneously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base64 JPEG frame + YOLO detection summary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87121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GPS-style system prompt: concise, max 2 sentences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3474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token cap — enforces brevity for assistive use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407822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every YOLO misclassification observed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96012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17920" y="960120"/>
            <a:ext cx="283464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27648" y="987552"/>
            <a:ext cx="2651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 / pyttsx3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27648" y="12893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Text-to-Speech Audio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27648" y="1664208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tts-1 model with 'nova' voice (primary)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27648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offline engine as fallback — no internet needed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27648" y="2871216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playsound library for cross-platform MP3 playback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27648" y="3474720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daemon thread — never blocks the main loop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4078224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toggle available via keyboard during demo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5F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926080"/>
            <a:ext cx="3200400" cy="32004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286000" y="2514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63040" y="3246120"/>
            <a:ext cx="1508760" cy="6858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63040" y="327355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01952" y="327355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narration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3246120"/>
            <a:ext cx="1508760" cy="6858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54680" y="327355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93592" y="327355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/ Unmute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246120"/>
            <a:ext cx="1508760" cy="6858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27355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85232" y="327355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log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37960" y="3246120"/>
            <a:ext cx="1508760" cy="68580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37960" y="327355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976872" y="327355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github.com/BasilAli01/SE455-chatbot-group-14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415</Words>
  <Application>Microsoft Office PowerPoint</Application>
  <PresentationFormat>On-screen Show (16:9)</PresentationFormat>
  <Paragraphs>84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Multimodal IoT Scene Narrator</dc:title>
  <dc:subject>PptxGenJS Presentation</dc:subject>
  <dc:creator>PptxGenJS</dc:creator>
  <cp:lastModifiedBy>Abdulrahman Mahmalji</cp:lastModifiedBy>
  <cp:revision>1</cp:revision>
  <dcterms:created xsi:type="dcterms:W3CDTF">2026-05-17T14:12:07Z</dcterms:created>
  <dcterms:modified xsi:type="dcterms:W3CDTF">2026-05-17T14:24:03Z</dcterms:modified>
</cp:coreProperties>
</file>