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YOLO Detection Count (N=54)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37-4674-9D17-D6F78248C9BB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37-4674-9D17-D6F78248C9BB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37-4674-9D17-D6F78248C9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 detections
(42.6%)</c:v>
                </c:pt>
                <c:pt idx="1">
                  <c:v>1 detection
(40.7%)</c:v>
                </c:pt>
                <c:pt idx="2">
                  <c:v>2+ detections
(16.7%)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22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37-4674-9D17-D6F78248C9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21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1945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COURSE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IoT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Narrator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GPT-4V + TTS — Real-Time Audio Scene Understanding for Visually Impaired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Tariq Dabbagh  ·  Abdulrahman Mahmalji  ·  Abdullah Damati  ·  Basil Ali  ·  Abdulaziz Albaz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Nidal Nasser  |  AlFaisal University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blindness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moderate–severe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005840"/>
            <a:ext cx="2560320" cy="1463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80760" y="1783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BLV individuals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falls annually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Assistive Tools Fall Short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canes &amp; screen readers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isolated needs — no unified real-time scene understanding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effectively combines fast spatial detection with rich natural language narration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pipeline that combines the best of both worlds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03158" y="1280160"/>
            <a:ext cx="1498210" cy="1371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7910" y="1354015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9429" y="1867487"/>
            <a:ext cx="1340652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input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01368" y="196596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3086" y="1290711"/>
            <a:ext cx="1470426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69948" y="1346981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84192" y="178308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FPS on CPU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83512" y="1983545"/>
            <a:ext cx="26552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704376" y="1271369"/>
            <a:ext cx="1470427" cy="137160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70909" y="137441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01328" y="1792224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narration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74097" y="1983545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28019" y="1271016"/>
            <a:ext cx="1414858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81012" y="138355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95431" y="1773936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voice 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offline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927848" y="196596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89765" y="1297745"/>
            <a:ext cx="146304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62627" y="1363159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62627" y="1763034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scene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576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Frequency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67588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runs every frame; GPT-4V every 5s to balance responsiveness and cost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46120" y="32918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8328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Grounds the VLM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67588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summary fed into GPT-4V prompt to reduce hallucination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291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32918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6364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675888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API key using mock narration and pyttsx3 offline TTS</a:t>
            </a:r>
            <a:endParaRPr lang="en-US" sz="10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D09F687C-09D1-76B1-20DC-936CD47C87FF}"/>
              </a:ext>
            </a:extLst>
          </p:cNvPr>
          <p:cNvSpPr/>
          <p:nvPr/>
        </p:nvSpPr>
        <p:spPr>
          <a:xfrm>
            <a:off x="6842877" y="1983545"/>
            <a:ext cx="246888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6908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0424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YOLODetector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60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core/detector.py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 · conf ≥ 0.40 · formats detections as structured text for VLM prompt · draws bounding boxes on display frame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69080" cy="384048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73168" y="104241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SceneNarrator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0" y="10607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core/narrator.py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73168" y="146304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frame as base64 JPEG · sends frame + YOLO summary to gpt-4o · GPS-style system prompt · max 200 tokens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6908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core/tts.py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338328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tts-1 'nova' voice (primary) · pyttsx3 offline fallback · async threading · mute toggle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69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6908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2962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config.py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73168" y="3383280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in one place · loads API key from .env · NARRATION_INTERVAL, YOLO_MODEL, GPT_MODEL, TTS_VOICE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and TTS run on background daemon threads — main loop captures and displays frames at full camera rate without blocking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ultralytics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inference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opencv-python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 &amp; display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 + TTS 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pyttsx3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TTS fallback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 key loading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SE455-chatbot-group-14/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core/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detector.py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narrator.py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tts.py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test_narrator.py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presentation/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demo/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Configuration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laptop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8745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i7, 8 GB 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720p webcam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via cloud API (Riyadh, 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3383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yolov8n.pt, conf = 0.40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86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886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narration, 200 token cap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Sessions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408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Single Room (130s)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176479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narration events · person at varying distances · smartphone cat-wallpaper · cabinet area · occlusion tests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Multi-Room Walkthrough (297s)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4564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narration events · hallway, kitchen, living room, bedroom · real cat · cardboard boxes · TV · per-event latency instrumented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4846320"/>
            <a:ext cx="40233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63440" y="4846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54 narration events across both sessions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— Detection &amp; Latency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/>
          <p:nvPr/>
        </p:nvSpPr>
        <p:spPr>
          <a:xfrm>
            <a:off x="512064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Latency (Session 2, N=37)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120640" y="1371600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1371600"/>
            <a:ext cx="6400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57800" y="1444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0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120640" y="1993392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120640" y="1993392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57800" y="206654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0" y="20665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2.81s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120640" y="2615184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120640" y="2615184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57800" y="26883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0" y="26883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3.20s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120640" y="3236976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120640" y="3236976"/>
            <a:ext cx="64008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25780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0" y="33101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8.70s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120640" y="3858768"/>
            <a:ext cx="3566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20640" y="3858768"/>
            <a:ext cx="64008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257800" y="3931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58368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8.89s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2920" y="42793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YOLO produced zero detections on 42.6% of frames — the VLM carried the entire perceptual load on nearly half of all narration events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Hybridization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 corrected every YOLO categorical error — not once did it echo a false label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710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YOLO: 1 cat (0.88)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0" y="1307592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GPT-4V: Phone with a wallpaper image of a cat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020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object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YOLO: 1 toilet (0.47)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0" y="205740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GPT-4V: No toilets are visible, despite being detected with low confidence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770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person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YOLO: 1 person (0.64)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0" y="2807208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GPT-4V: [Silently described empty kitchen, no person]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4838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Double-count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776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YOLO: 2 person(s) [0.59, 0.42]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297680" y="3557016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GPT-4V: Narrated one person — ignored duplicate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33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233672"/>
            <a:ext cx="6400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270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hedging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YOLO: 1 bed (0.42)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97680" y="4306824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GPT-4V: There is a bed with a low confidence detection in the room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Navigation-Guidance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20116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54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produced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guidance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005840"/>
            <a:ext cx="4754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Directive Events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sure to navigate around the box if passing through."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Cardboard box in hallway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cautious of the light as it may cause glare."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Screen glare scene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Mitigations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6301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4023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directive sentence ending every narration: "Suggested action:…"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64408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55848" y="36301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55848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Dual-channel arch.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4023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YOLO obstacle alerts independent of 5s VLM cadence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63056" y="356616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54496" y="36301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3630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93408" y="3630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4023360"/>
            <a:ext cx="2560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smaller VLM on assistive-narration data to shift default register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Beyond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 is the software proof-of-concept for the Environmental Awareness module of the Beyond Vision assistive eyeglasses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28882"/>
              </p:ext>
            </p:extLst>
          </p:nvPr>
        </p:nvGraphicFramePr>
        <p:xfrm>
          <a:off x="914400" y="1280160"/>
          <a:ext cx="731520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Prototype Component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Beyond Vision Hardware Target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Laptop webcam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ArduCam IMX219 stereo cameras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YOLOv8 on CPU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YOLO on Hailo-8 NPU accelerator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GPT-4V via cloud API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On-device compact VLM (future)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OpenAI TTS / pyttsx3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Sherpa-ONNX offline TTS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Laptop speakers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Bone-conduction speakers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0F4F7"/>
          </a:solidFill>
          <a:ln w="12700">
            <a:solidFill>
              <a:srgbClr val="E0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4453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port the pipeline to Beyond Vision hardware and validate that VLM corrective behavior survives transition to a smaller on-device model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0352" y="1033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Mitigation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prompts with detection data ✓ — but no approach eliminates hallucination entirely. Formal verification and confidence-calibrated outputs needed.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19472" y="10332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Latency-Verbosity Tradeoff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19472" y="13441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of 8.7s exceeds the 5s interval. Adaptive narration (concise alerts while moving, rich descriptions when stationary) remains open.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276148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VLMs require connectivity. Phi-4 Multimodal and Pixtral show promise for edge, but narration quality still lags cloud models significantly.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37744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1947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User-Centered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276148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evaluation done by sighted team members. No BLV participant has yet used the system — the navigation gap may be even more critical to real users.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Multilingual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17880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Vision targets bilingual Arabic/English deployment. Most VLMs are English-dominant; multilingual assistive quality untested.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79476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9472" y="38679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Ethics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417880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systems capture bystanders without consent. On-device processing and minimal data retention policies are essential for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117043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narration events across 2 sessions — pipeline functioned end-to-end without intervention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99339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Hybridization is bidirectional — GPT-4V corrected every YOLO categorical error observed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281635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confidence hedging — VLM incorporated YOLO confidence values into its narrative language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363931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Navigation-guidance gap — actionable guidance in only 2/54 events (3.7%) is the central practical obstacle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solidFill>
            <a:srgbClr val="02C39A">
              <a:alpha val="8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5354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SE455 · Group 14 · AlFaisal University · 2026  |  github.com/BasilAli01/SE455-chatbot-group-14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1119</Words>
  <Application>Microsoft Office PowerPoint</Application>
  <PresentationFormat>On-screen Show (16:9)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IoT Scene Narrator</dc:title>
  <dc:subject>PptxGenJS Presentation</dc:subject>
  <dc:creator>Group 14 - AlFaisal University</dc:creator>
  <cp:lastModifiedBy>Abdulrahman Mahmalji</cp:lastModifiedBy>
  <cp:revision>3</cp:revision>
  <dcterms:created xsi:type="dcterms:W3CDTF">2026-05-16T14:11:58Z</dcterms:created>
  <dcterms:modified xsi:type="dcterms:W3CDTF">2026-05-16T14:38:53Z</dcterms:modified>
</cp:coreProperties>
</file>